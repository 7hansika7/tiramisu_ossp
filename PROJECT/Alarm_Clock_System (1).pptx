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mbined/tmpl-000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-1005840"/>
            <a:ext cx="4206240" cy="3200400"/>
          </a:xfrm>
          <a:prstGeom prst="rect">
            <a:avLst/>
          </a:prstGeom>
        </p:spPr>
      </p:pic>
      <p:pic>
        <p:nvPicPr>
          <p:cNvPr id="3" name="Image 1" descr="/home/claude/assets/combined/tmpl-002_rg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03120" y="5989320"/>
            <a:ext cx="3017520" cy="26060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50292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5" name="Image 2" descr="/home/claude/assets/klh-00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85800"/>
            <a:ext cx="5669280" cy="4480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 ·  25CS2104E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19385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2026–27, Term I   ·   Section 8   ·   Team 1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594360" y="2423160"/>
            <a:ext cx="8686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Clock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60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signal-driven, concurrent alarm-scheduling utility built on core Linux/POSIX process, signal, memory, file and threading primitives.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33333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4008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IN-CHARGE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Muniraju Naidu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120640" y="52303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·  TIRAMISU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5120640" y="54864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 Hasini Reddy  (2520030048)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Hansika Reddy  (2520030237)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 (2520030166)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Nissy  (2520030064)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Builds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alarm clock, written in C, that lets a user schedule one or more alarms — by absolute time or delay — while the main process stays free to accept further commands. The project traces a request's journey from user space to kernel space and back.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926080"/>
            <a:ext cx="566928" cy="566928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8" name="Image 0" descr="/home/claude/assets/icons/f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054096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9808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per Alarm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050792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creates a dedicated child process to manage each scheduled alarm independently.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26974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30168" y="2926080"/>
            <a:ext cx="566928" cy="566928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13" name="Image 1" descr="/home/claude/assets/icons/sig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305409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0168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Notification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630168" y="4050792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alarm()/POSIX timers request a kernel SIGALRM, caught by a sigaction() handler.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09360" y="26974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10528" y="2926080"/>
            <a:ext cx="566928" cy="566928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18" name="Image 2" descr="/home/claude/assets/icons/mem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05409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10528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Tracking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510528" y="4050792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malloc()/free()-based linked list tracks, matches and cancels active alarms.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89720" y="26974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90888" y="2926080"/>
            <a:ext cx="566928" cy="566928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23" name="Image 3" descr="/home/claude/assets/icons/thre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3054096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90888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 Monitor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9390888" y="4050792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POSIX thread with mutex + condition variable guards the shared alarm list.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alarm event — creation, firing, cancellation, and errors — is logged to a file using low-level Linux file I/O system calls.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mbined/tmpl-029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3291840"/>
            <a:ext cx="393192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systems constantly need to trigger time-based actions — reminders, timeouts, scheduled tasks — without freezing everything else while they wait.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81635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inefficiency: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polling the clock (busy-waiting) burns CPU cycles and breaks down once several independent alarms must be tracked at once.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420624" cy="420624"/>
          </a:xfrm>
          <a:prstGeom prst="ellipse">
            <a:avLst/>
          </a:prstGeom>
          <a:solidFill>
            <a:srgbClr val="1E1E23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9" name="Image 1" descr="/home/claude/assets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947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52144" y="36850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a process efficiently until a precise future instant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215384"/>
            <a:ext cx="420624" cy="420624"/>
          </a:xfrm>
          <a:prstGeom prst="ellipse">
            <a:avLst/>
          </a:prstGeom>
          <a:solidFill>
            <a:srgbClr val="1E1E23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Image 2" descr="/home/claude/assets/icons/sig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0682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52144" y="419709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 asynchronous kernel notification the moment it arrives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727448"/>
            <a:ext cx="420624" cy="420624"/>
          </a:xfrm>
          <a:prstGeom prst="ellipse">
            <a:avLst/>
          </a:prstGeom>
          <a:solidFill>
            <a:srgbClr val="1E1E23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5" name="Image 3" descr="/home/claude/assets/icons/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1888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52144" y="47091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multiple independent alarm requests without conflict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5239512"/>
            <a:ext cx="420624" cy="420624"/>
          </a:xfrm>
          <a:prstGeom prst="ellipse">
            <a:avLst/>
          </a:prstGeom>
          <a:solidFill>
            <a:srgbClr val="1E1E23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8" name="Image 4" descr="/home/claude/assets/icons/canc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3095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52144" y="522122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an active alarm to be cancelled safely, on demand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58704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using standard Linux/POSIX process, signal, memory and concurrency primitives — not GUI or polling-based logic.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47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with Precision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40487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 absolute time or a relative delay from the user and schedule the alarm using POSIX system calls.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8562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947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Asynchronously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40487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a dedicated process per alarm with fork(), and use alarm()/POSIX timers with a sigaction()-installed SIGALRM handler for async notification.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422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233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&amp; Cancel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69087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multiple simultaneous alarm requests in a dynamic linked list and let the user cancel any active alarm before it fires.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414223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233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 &amp; Log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69087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alarm monitoring with POSIX threads, mutexes and condition variables, and maintain a persistent log via Linux file I/O.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0A0A0C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6" name="Image 0" descr="/home/claude/assets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019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566160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774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Menu-Driven Input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73405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 accepts an alarm time or delay in seconds and computes the wait interval.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0A0A0C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12" name="Image 1" descr="/home/claude/assets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9019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42632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3774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into Alarm List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73405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is stored as a dynamically allocated node in the active-alarms linked list.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01584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0A0A0C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18" name="Image 2" descr="/home/claude/assets/icons/f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90195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119104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3774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a Child Process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02752" y="273405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forks a dedicated child to own this alarm while continuing to accept new requests.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0A0A0C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24" name="Image 3" descr="/home/claude/assets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09651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56616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" y="45720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the Timer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49808" y="492861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calls alarm() / timer_create()+timer_settime(), then suspends itself with pause().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25112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26280" y="3995928"/>
            <a:ext cx="457200" cy="457200"/>
          </a:xfrm>
          <a:prstGeom prst="ellipse">
            <a:avLst/>
          </a:prstGeom>
          <a:solidFill>
            <a:srgbClr val="0A0A0C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30" name="Image 4" descr="/home/claude/assets/icons/sign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409651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42632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4526280" y="45720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SIGALRM Delivered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492861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target instant the kernel sends SIGALRM, intercepted by a sigaction() handler.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01584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02752" y="3995928"/>
            <a:ext cx="457200" cy="457200"/>
          </a:xfrm>
          <a:prstGeom prst="ellipse">
            <a:avLst/>
          </a:prstGeom>
          <a:solidFill>
            <a:srgbClr val="0A0A0C"/>
          </a:solidFill>
          <a:ln w="15875">
            <a:solidFill>
              <a:srgbClr val="E8A33D"/>
            </a:solidFill>
            <a:prstDash val="solid"/>
          </a:ln>
        </p:spPr>
      </p:sp>
      <p:pic>
        <p:nvPicPr>
          <p:cNvPr id="36" name="Image 5" descr="/home/claude/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096512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1119104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8302752" y="45720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Notify, Reap &amp; Log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8302752" y="492861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updates status and exits the child; parent reaps it via waitpid(); event is logged.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pPr indent="0" marL="0">
              <a:buNone/>
            </a:pPr>
            <a:r>
              <a:rPr lang="en-US" sz="115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 confirms the system-call sequence; gdb and Valgrind verify correct process behavior and leak-free memory.</a:t>
            </a:r>
            <a:endParaRPr lang="en-US" sz="1150" dirty="0"/>
          </a:p>
        </p:txBody>
      </p:sp>
      <p:sp>
        <p:nvSpPr>
          <p:cNvPr id="41" name="Text 33"/>
          <p:cNvSpPr txBox="1"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Concepts &amp; Linux APIs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7" name="Image 0" descr="/home/claude/assets/icons/ker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071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51460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↔ Kernel Boundary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898648"/>
            <a:ext cx="3118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&amp; mode switching move the alarm request and SIGALRM delivery across the boundary.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892808"/>
            <a:ext cx="502920" cy="50292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12" name="Image 1" descr="/home/claude/assets/icons/f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0071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251460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Management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898648"/>
            <a:ext cx="3118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creates per-alarm processes; wait()/waitpid() reap them and prevent zombies.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1892808"/>
            <a:ext cx="502920" cy="50292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17" name="Image 2" descr="/home/claude/assets/icons/sig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20071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02752" y="251460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2898648"/>
            <a:ext cx="3118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alarm()/POSIX timers plus a sigaction()-based SIGALRM handler drive asynchronous notification.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4133088"/>
            <a:ext cx="502920" cy="50292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22" name="Image 3" descr="/home/claude/assets/icons/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2473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9808" y="47548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Memory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49808" y="5138928"/>
            <a:ext cx="3118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malloc()/realloc()/free() build the alarm linked list; Valgrind checks for leaks.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25112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26280" y="4133088"/>
            <a:ext cx="502920" cy="50292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27" name="Image 4" descr="/home/claude/assets/icons/thre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424738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26280" y="47548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4526280" y="5138928"/>
            <a:ext cx="3118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pthread_create()/pthread_join() with mutexes &amp; condition variables synchronize the alarm list.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01584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02752" y="4133088"/>
            <a:ext cx="502920" cy="50292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32" name="Image 5" descr="/home/claude/assets/icons/filei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052" y="424738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02752" y="47548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I/O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8302752" y="5138928"/>
            <a:ext cx="3118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open(), write(), close() and file descriptors persist a log of every alarm event.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VERIFY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Platforms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1965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assets/icons/linu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9339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" y="24688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/ Ubuntu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83464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execution platform providing all Linux/POSIX system calls used.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181965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assets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868" y="19339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44568" y="24688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/ C++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44568" y="283464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language for process, signal, memory, file and thread logic.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81965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assets/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9339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4688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3464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used to build the system, driven through a project Makefile.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01421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/home/claude/assets/icons/b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1285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" y="466344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GDB &amp; strace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502920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system-call tracing tools to verify process, signal and I/O behavior.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5112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44568" y="401421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4" descr="/home/claude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868" y="412851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44568" y="466344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Valgrind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44568" y="502920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memory leaks and errors in the dynamically allocated alarm data structures.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01584" y="37947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401421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5" descr="/home/claude/assets/icons/makef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412851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1040" y="466344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Makefile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02920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compilation and linking of all project source files.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TIRAMISU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4297680"/>
          </a:xfrm>
          <a:prstGeom prst="roundRect">
            <a:avLst>
              <a:gd name="adj" fmla="val 3103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5900" y="1965960"/>
            <a:ext cx="777240" cy="77724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7" name="Image 0" descr="/home/claude/assets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1762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 Hasini Reddy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2520030048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68680" y="36576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A0A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Scheduling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4142232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input-handling module and alarm-scheduling logic; implemented fork()-based child process creation for each alarm request.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29000" y="1691640"/>
            <a:ext cx="2651760" cy="4297680"/>
          </a:xfrm>
          <a:prstGeom prst="roundRect">
            <a:avLst>
              <a:gd name="adj" fmla="val 3103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66260" y="1965960"/>
            <a:ext cx="777240" cy="77724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15" name="Image 1" descr="/home/claude/assets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17627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661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Hansika Reddy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56616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2520030237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49040" y="36576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A0A0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56616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Cancellation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3630168" y="4142232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signal generation and handling (alarm(), sigaction(), SIGALRM handler) and the alarm-cancellation feature.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309360" y="1691640"/>
            <a:ext cx="2651760" cy="4297680"/>
          </a:xfrm>
          <a:prstGeom prst="roundRect">
            <a:avLst>
              <a:gd name="adj" fmla="val 3103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246620" y="1965960"/>
            <a:ext cx="777240" cy="77724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23" name="Image 2" descr="/home/claude/assets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217627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4652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Simran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44652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2520030166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629400" y="36576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A0A0C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4652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6510528" y="4142232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dynamic memory management for the active-alarm linked list and carried out Valgrind-based memory testing.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9189720" y="1691640"/>
            <a:ext cx="2651760" cy="4297680"/>
          </a:xfrm>
          <a:prstGeom prst="roundRect">
            <a:avLst>
              <a:gd name="adj" fmla="val 3103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126980" y="1965960"/>
            <a:ext cx="777240" cy="777240"/>
          </a:xfrm>
          <a:prstGeom prst="ellipse">
            <a:avLst/>
          </a:prstGeom>
          <a:solidFill>
            <a:srgbClr val="0A0A0C"/>
          </a:solidFill>
          <a:ln/>
        </p:spPr>
      </p:sp>
      <p:pic>
        <p:nvPicPr>
          <p:cNvPr id="31" name="Image 3" descr="/home/claude/assets/icons/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864" y="217627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32688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Anthony Nissy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932688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2520030064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9509760" y="36576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A0A0C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932688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&amp; Logging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9390888" y="4142232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POSIX-thread-based alarm monitoring with mutex/condition-variable synchronization, file-based event logging, and test documentation.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mbined/tmpl-039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-54864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1907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6184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schedules and fires single or multiple alarms at the correct time using signal-based notification instead of CPU-wasting busy-waiting.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4086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240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user view and cancel pending alarms at any point during execution.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6265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28620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all child processes cleanly, leaving zero zombie processes.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58444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34838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readable event log confirming alarm creation, firing and cancellation.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410565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strace traces and a Valgrind report proving correct system-call usage and leak-free memory.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38160" y="42976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7171B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6" name="Image 1" descr="/home/claude/assets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9154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6676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7Hansika7/Tiramisu_OSSP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36676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source code, Makefile, README, test cases &amp; output evidence.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mbined/tmpl-000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63040" y="-1188720"/>
            <a:ext cx="4206240" cy="3200400"/>
          </a:xfrm>
          <a:prstGeom prst="rect">
            <a:avLst/>
          </a:prstGeom>
        </p:spPr>
      </p:pic>
      <p:pic>
        <p:nvPicPr>
          <p:cNvPr id="3" name="Image 1" descr="/home/claude/assets/combined/tmpl-002_rg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389120"/>
            <a:ext cx="4023360" cy="3474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·  Team 1, Section 8  ·  Tiramisu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0" y="4069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2026-09-12T02:49:07Z</dcterms:created>
  <dcterms:modified xsi:type="dcterms:W3CDTF">2026-09-12T02:49:07Z</dcterms:modified>
</cp:coreProperties>
</file>